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sldIdLst>
    <p:sldId id="261" r:id="rId5"/>
    <p:sldId id="280" r:id="rId6"/>
    <p:sldId id="291" r:id="rId7"/>
    <p:sldId id="289" r:id="rId8"/>
    <p:sldId id="263" r:id="rId9"/>
    <p:sldId id="290" r:id="rId10"/>
    <p:sldId id="292" r:id="rId11"/>
    <p:sldId id="293" r:id="rId12"/>
    <p:sldId id="294" r:id="rId13"/>
    <p:sldId id="279" r:id="rId14"/>
    <p:sldId id="295" r:id="rId15"/>
    <p:sldId id="260" r:id="rId16"/>
    <p:sldId id="281" r:id="rId17"/>
    <p:sldId id="282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FBC16-5F44-44A2-988E-62017675AF89}" v="40" dt="2025-07-17T18:00:03.4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E86CB-CBCB-4DA2-9577-1F84680411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7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D061-A14E-46CE-9FB6-0E49DF4B7BA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20E1-BB5E-422A-86E5-3E31004346ED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B425F-3DB9-4774-86E8-572ECFA137AB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6677A-1FA7-4ACA-B091-BD1E8791D5A7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B824-4714-4129-8AF6-403A74F7C102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C4C4-D661-423B-A144-986ED2214CAA}" type="datetime1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00EA-DB37-425A-B3EE-A1FFBF594214}" type="datetime1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C0DF-A739-4675-9F5D-EDDC57D34DDC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7C97-3617-4A7F-9AB2-A12B17973EE9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3EA0-0EA7-4052-8FEF-378493996435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BE3CF-4E09-4AF8-9889-0F5A8738242A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B1C9F-940D-450E-BD5E-E836A4996EE0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924" y="1916348"/>
            <a:ext cx="10468151" cy="137160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3600" b="1" dirty="0">
                <a:latin typeface="Times New Roman" panose="02020603050405020304" pitchFamily="18" charset="0"/>
              </a:rPr>
              <a:t>DESIGN AND DEVELOPMENT OF PUF FOR HARDWARE SECURITY UPDATE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2" y="358688"/>
            <a:ext cx="12191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 2022-2026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DCEFBBB-B99A-0ECB-340C-3093E0A73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707" y="4017522"/>
            <a:ext cx="4706184" cy="208100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latin typeface="Times New Roman" panose="02020603050405020304" pitchFamily="18" charset="0"/>
              </a:rPr>
              <a:t>Presented by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 err="1">
                <a:latin typeface="Times New Roman" panose="02020603050405020304" pitchFamily="18" charset="0"/>
              </a:rPr>
              <a:t>Navabharathi</a:t>
            </a:r>
            <a:r>
              <a:rPr lang="en-US" altLang="en-US" sz="2200" dirty="0">
                <a:latin typeface="Times New Roman" panose="02020603050405020304" pitchFamily="18" charset="0"/>
              </a:rPr>
              <a:t> T  (2022504526)</a:t>
            </a:r>
          </a:p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</a:rPr>
              <a:t>Dharshan R        (2022504517)</a:t>
            </a:r>
          </a:p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</a:rPr>
              <a:t>Lakshmanan S   (2022504310)</a:t>
            </a:r>
          </a:p>
          <a:p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3D489D0-1078-EF6A-F5CF-0500D4C69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110" y="3671051"/>
            <a:ext cx="4968533" cy="2427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Guided by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Dr. V. R. Vijaykumar,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Professor,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Electronics Engineering,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Madras Institute of Technology,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Anna University.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70744"/>
            <a:ext cx="11125200" cy="47530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hardware devices like smart cards, IoT devices, and medical instruments are increasingly targeted by reverse engineering, cloning, and side-channel attacks, posing serious threats to device identity and digital trust.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2023, a global investigation revealed over 1 billion counterfeit electronic components infiltrating critical sectors such as military, automotive, and healthcare. These fake chips endangered national security, as they could be maliciously modified or fail during operation.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there are traditional hardware security methods, like fuses or non-volatile memory (NVM) for key storage, they are vulnerable to physical attacks. Once the memory is read or duplicated, the entire system is compromised.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Physically Unclonable Functions (PUFs) offer a novel, low-power, and tamper-evident solution by leveraging random manufacturing variations in silicon. This enables unique, unclonable hardware IDs, removing the need to store sensitive keys—making it ideal for lightweight, embedded security systems.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ZEROTH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99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61E7-C01E-9DE3-37CA-A3CEFE82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D3C70-C692-904A-7EED-8AA4D7ED1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03274"/>
            <a:ext cx="11125200" cy="47530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robust Arbiter PUF using Verilog HDL.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uniqueness of the Arbiter PUF by generating responses to multiple challenges and comparing the responses across different PUF instances.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evaluate various PUF metrices such as Inter-chip variation, Intra-chip variation, uniformity, reliability and bit-aliasing.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the developed Arbiter PUF in  FPGA platform, focusing on validating its functionality.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2AC2F-8B7F-813E-B551-089244B2E5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C3B11-A39B-84FF-EA13-86DC21AA9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B69D84FC-CE4C-FAE9-46C0-40D588BBA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BF328-6A4B-6F8E-4A4F-078830FE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657BE-EF41-ADD9-F322-7C76DEF7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ZEROTH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2C98F-9906-7B89-87B2-313F62CE3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83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0" y="1585608"/>
            <a:ext cx="11036030" cy="463821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Physically Unclonable Function (PUF) is a hardware-specific security primitive designed to provide cryptographic functionalities such as secure key generation and device authentication, especially for embedded and IoT systems.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structure of a PUF is simple to manufacture but extremely difficult or impossible to replicate, due to uncontrollable variations in the semiconductor fabrication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process.While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systems use binary classification (real vs. fake), this approach can be limiting.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PUF generates a unique output, known as a response, to a given input challenge, based on the intrinsic physical differences present in each Integrated Circuit (IC). These responses are used as digital fingerprints for secure and tamper-resistant identification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5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418289"/>
            <a:ext cx="12192001" cy="190166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9181" y="27801"/>
            <a:ext cx="991264" cy="983876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3421" y="27801"/>
            <a:ext cx="1489398" cy="1010962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278055"/>
              </p:ext>
            </p:extLst>
          </p:nvPr>
        </p:nvGraphicFramePr>
        <p:xfrm>
          <a:off x="223735" y="1011677"/>
          <a:ext cx="11859083" cy="578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60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683746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590355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16198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785124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93337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  <a:p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177873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Yao Wang,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Guangyang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Zhang,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Mei, and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Chongyan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Gu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High-Reliability, Non-CRP-Discard Arbiter PUF Based on Delay Difference 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Circuits and Systems—I: Regular Papers,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Vol. 72, No. 2,, pp. 573–585 February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delay-difference-based Arbiter PUF (DDQ-APUF) with 99.95% reliability, no CRP discarding, and enhanced ML attack resistance using pseudo-XOR.</a:t>
                      </a:r>
                    </a:p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  </a:t>
                      </a: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 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Arbiter PUFs show poor reliability on FPGAs and require CRP filtering or error correction, increasing overhead and security risk.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675673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Bjoern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Driemeyer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Holger </a:t>
                      </a:r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Mandry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David-Peter Wiens, Joachim Becker, John G. Kauffman, </a:t>
                      </a:r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Maurits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Ortmanns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Eye-Opening Arbiter PUF for Fingerprint Generation Using Auto-Error Detection for PVT-Robust Masking and Bit Stabilization Achieving a BER of 2e-8 in 28nm CMOS</a:t>
                      </a:r>
                      <a:endParaRPr lang="en-US" sz="17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International Solid-State Circuits Conference (ISSCC), Session 17.5 </a:t>
                      </a: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endParaRPr lang="en-IN" sz="17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eye-opening Arbiter PUF combining RO and arbiter benefits with on-chip auto-error detection and masking, achieving ultra-low BER (2e–8) without off-chip data.</a:t>
                      </a:r>
                      <a:r>
                        <a:rPr lang="en-US" sz="1600" b="1" dirty="0"/>
                        <a:t> </a:t>
                      </a:r>
                    </a:p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 </a:t>
                      </a: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PUFs struggle to maintain stability under process, voltage, and temperature (PVT) variations without high overhead or off-chip helper data.</a:t>
                      </a:r>
                    </a:p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546715"/>
            <a:ext cx="2743200" cy="505838"/>
          </a:xfrm>
        </p:spPr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546714"/>
            <a:ext cx="4114800" cy="251883"/>
          </a:xfrm>
        </p:spPr>
        <p:txBody>
          <a:bodyPr/>
          <a:lstStyle/>
          <a:p>
            <a:r>
              <a:rPr lang="en-US" dirty="0"/>
              <a:t>ZEROTH REVIEW</a:t>
            </a:r>
          </a:p>
        </p:txBody>
      </p:sp>
    </p:spTree>
    <p:extLst>
      <p:ext uri="{BB962C8B-B14F-4D97-AF65-F5344CB8AC3E}">
        <p14:creationId xmlns:p14="http://schemas.microsoft.com/office/powerpoint/2010/main" val="56338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165370"/>
            <a:ext cx="12192001" cy="164874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2"/>
            <a:ext cx="1019228" cy="1011632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2433" y="27801"/>
            <a:ext cx="1490385" cy="1011632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1021"/>
              </p:ext>
            </p:extLst>
          </p:nvPr>
        </p:nvGraphicFramePr>
        <p:xfrm>
          <a:off x="233463" y="1039433"/>
          <a:ext cx="11751012" cy="560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116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791571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532615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74366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549344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94528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  <a:p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363212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Sivappriya Manivannan, Rajat Subhra Chakraborty, Indrajit Chakrabarti, and Jothi Ramalingam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“Practical and Efficient PUF-Based Protocol for Authentication and Key Agreement in IoT”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Embedded Systems Letters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16, no. 2, pp. 118–121,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lightweight authentication and key agreement protocol using Arbiter PUF, Fuzzy Extractor, and ECDH.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systems store large CRP sets or require pairing operations—both unsuitable for IoT.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29182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Hemavathy and</a:t>
                      </a:r>
                    </a:p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S. Kanchana Bhaaskaran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IN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Arbiter PUF—A Review of Design, Composition, and Security Aspects</a:t>
                      </a:r>
                      <a:endParaRPr kumimoji="0" lang="en-I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l-NL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vol. 11, pp. 33979–33993, </a:t>
                      </a:r>
                      <a:r>
                        <a:rPr lang="nl-NL" sz="1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600" dirty="0"/>
                        <a:t>Provided a comprehensive review of Arbiter PUF designs, metrics, and their resilience against ML attacks.</a:t>
                      </a:r>
                    </a:p>
                    <a:p>
                      <a:pPr marL="0" indent="0" algn="just">
                        <a:buFontTx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sz="1600" dirty="0"/>
                        <a:t>Many existing PUF architectures are still susceptible to deep learning and side-channel modeling.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E20C8-C124-4385-B977-889455C8C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PUF maps the input challenge with a unique response, thus creating a challenge-response pair (CRP).</a:t>
            </a:r>
          </a:p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</a:rPr>
              <a:t>WEAK PUF: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Limited number of Challenge-Response pairs.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Used for cryptographic key generation.</a:t>
            </a:r>
          </a:p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</a:rPr>
              <a:t>STRONG PUF: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Large number of CRPs.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Used for authentication without using external cryptographic hardware.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3B042-2C55-4655-813F-7B5FD54D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4F41A-243E-4709-968B-533247F17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47A90-50AF-498D-AF27-E9954E13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258676-E382-41E4-B069-4F1E93EA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731"/>
            <a:ext cx="10515600" cy="1624518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</a:rPr>
              <a:t>TYPES OF PUF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C4077F-54AD-452F-8FCB-B12EE82E1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66B21267-A043-4D31-BBB7-9490A09D3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502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CBFE-BD90-47D1-8428-213CA7B66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7548"/>
            <a:ext cx="10515600" cy="180046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</a:rPr>
              <a:t>WEAK PUF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FB54C-D696-4174-A9ED-383718AC2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</a:rPr>
              <a:t>SRAM PUF (Memory based PUF)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Power-on state of SRAM cells generates unique Challenge-Response pair.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weak PUFs include Butterfly PUF, Ring-Oscillator PUF, etc.</a:t>
            </a:r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182AD-A3C7-4C4C-A2EC-E1C8E892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941B1-BFBE-4C02-82EE-07164FAA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C3B82-DF54-4BFF-9A09-4C22F0BD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7728E9-22DC-434C-9284-099C8FC95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229C5F-CCE4-46FC-8F00-5AC1A1CD4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E7EB90F8-D7C7-4091-9CC5-BAD77C4F6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039" y="2857500"/>
            <a:ext cx="4035425" cy="228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773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C7E1-7BE2-4520-86E4-88155726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54163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</a:rPr>
              <a:t>STRONG PUF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DA55-EB8E-4A03-BEDA-97F182CCE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6152"/>
            <a:ext cx="10747443" cy="4669277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</a:rPr>
              <a:t>Arbiter PUF (Delay based PUF)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 manufacturing variability in gate delay as the source of unclonable randomness i.e. a race condition is established in a symmetric circuit.</a:t>
            </a:r>
          </a:p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strong PUFs include Optical PUF, Feed-Forward Arbiter PUF, etc.</a:t>
            </a: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0893-B403-42E6-B156-68D62F85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AC892-F173-4AFE-82D5-BC0E6B87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7FC31-57E5-4FD7-BE52-5FE8735B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21BBB3-2062-4406-B280-D8C6A3357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5A8BDA-79E3-466F-8AE4-6FAD60DA3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90064A2D-AA80-4BAD-94F0-F757A3069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207" y="2645552"/>
            <a:ext cx="6020142" cy="2870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1909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4C8149-0B8E-9B90-8A5C-7832A9392978}"/>
              </a:ext>
            </a:extLst>
          </p:cNvPr>
          <p:cNvSpPr/>
          <p:nvPr/>
        </p:nvSpPr>
        <p:spPr>
          <a:xfrm>
            <a:off x="749682" y="1672036"/>
            <a:ext cx="1834492" cy="8951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Challenge (n-bit)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1D4080-E352-0E2E-D14B-F6F9C459BBB6}"/>
              </a:ext>
            </a:extLst>
          </p:cNvPr>
          <p:cNvSpPr/>
          <p:nvPr/>
        </p:nvSpPr>
        <p:spPr>
          <a:xfrm>
            <a:off x="6416122" y="1736846"/>
            <a:ext cx="2267148" cy="74241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Switch Network (Controlled by Challenge)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1534DD-3882-FC89-D664-FB3CDA05C907}"/>
              </a:ext>
            </a:extLst>
          </p:cNvPr>
          <p:cNvSpPr/>
          <p:nvPr/>
        </p:nvSpPr>
        <p:spPr>
          <a:xfrm>
            <a:off x="1612770" y="3392969"/>
            <a:ext cx="1856426" cy="645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PUF Response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 (1-bit)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19519A-88A3-C528-38A8-F8032BF907FF}"/>
              </a:ext>
            </a:extLst>
          </p:cNvPr>
          <p:cNvSpPr/>
          <p:nvPr/>
        </p:nvSpPr>
        <p:spPr>
          <a:xfrm>
            <a:off x="8081927" y="3354295"/>
            <a:ext cx="2364162" cy="7383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Signal Race Paths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B42412-D6A3-346F-2199-ADD106E420C5}"/>
              </a:ext>
            </a:extLst>
          </p:cNvPr>
          <p:cNvSpPr/>
          <p:nvPr/>
        </p:nvSpPr>
        <p:spPr>
          <a:xfrm>
            <a:off x="4632011" y="3424357"/>
            <a:ext cx="2267835" cy="57539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Arbiter (Timing Comparator)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FC6071-C693-FD23-86DA-F4D5C48243E2}"/>
              </a:ext>
            </a:extLst>
          </p:cNvPr>
          <p:cNvSpPr/>
          <p:nvPr/>
        </p:nvSpPr>
        <p:spPr>
          <a:xfrm>
            <a:off x="3409067" y="1749360"/>
            <a:ext cx="2095696" cy="7216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Challenge Register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6BC478-D26F-9A2B-2D63-763A24C04301}"/>
              </a:ext>
            </a:extLst>
          </p:cNvPr>
          <p:cNvSpPr/>
          <p:nvPr/>
        </p:nvSpPr>
        <p:spPr>
          <a:xfrm>
            <a:off x="9771542" y="1660456"/>
            <a:ext cx="1629076" cy="8951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Delay Line Stages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72AF190-DCA2-7006-1949-F8E7BD42B845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 flipV="1">
            <a:off x="2584174" y="2110173"/>
            <a:ext cx="824893" cy="9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9FE4B30-7012-CA3B-7509-D0841ABAE7CE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 flipV="1">
            <a:off x="5504763" y="2108052"/>
            <a:ext cx="911359" cy="2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FD5B0D6-A6E2-A371-A6AD-10D712203087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8683270" y="2108052"/>
            <a:ext cx="1088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745F1D7-2DB8-2BB1-F2F6-BAA86D7EADD9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1400618" y="2103322"/>
            <a:ext cx="208286" cy="4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4BF764C-E192-014E-CD4B-A2AD9B45C53F}"/>
              </a:ext>
            </a:extLst>
          </p:cNvPr>
          <p:cNvCxnSpPr>
            <a:cxnSpLocks/>
          </p:cNvCxnSpPr>
          <p:nvPr/>
        </p:nvCxnSpPr>
        <p:spPr>
          <a:xfrm>
            <a:off x="11608904" y="2114902"/>
            <a:ext cx="0" cy="1625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7503758-BE4C-3A96-A8CB-E753BC3DDC2E}"/>
              </a:ext>
            </a:extLst>
          </p:cNvPr>
          <p:cNvCxnSpPr>
            <a:cxnSpLocks/>
          </p:cNvCxnSpPr>
          <p:nvPr/>
        </p:nvCxnSpPr>
        <p:spPr>
          <a:xfrm flipH="1">
            <a:off x="10446089" y="3740881"/>
            <a:ext cx="1162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2EBBF32-7358-E51E-42E1-C3EEEDBCF208}"/>
              </a:ext>
            </a:extLst>
          </p:cNvPr>
          <p:cNvCxnSpPr>
            <a:cxnSpLocks/>
            <a:stCxn id="12" idx="1"/>
            <a:endCxn id="13" idx="3"/>
          </p:cNvCxnSpPr>
          <p:nvPr/>
        </p:nvCxnSpPr>
        <p:spPr>
          <a:xfrm flipH="1" flipV="1">
            <a:off x="6899846" y="3712056"/>
            <a:ext cx="1182081" cy="11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5F98F2E-863E-E55B-1AE2-168B4514F0C9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>
            <a:off x="3469196" y="3712056"/>
            <a:ext cx="1162815" cy="3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075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0404-70FC-4231-9FEA-FBC8F5B67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33"/>
            <a:ext cx="10515600" cy="158435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40233-4DF9-4834-907E-B6AD5B0B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C9C01-DA8C-4F62-8E68-227FF115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3A05-BE85-4762-8FCF-4BF17F1E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FFC348-3863-403B-8777-FC8A092B6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57C734-D8C3-4C93-BD23-C90636FC4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ABC2E13-94CA-4BBE-B1D6-FA64669ED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5739" y="2080534"/>
            <a:ext cx="10346635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Improve the Arbiter PUF architecture using XOR or hybrid models to       increase resistance against machine learning and side-channel attacks.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FPGA Implementation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Deploy the design on FPGA platforms for real-time testing and evaluate metrics like uniqueness, reliability, and power consumption.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IoT Integration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Integrate the PUF into low-power IoT devices for secure authentication in       resource-constrained environments.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53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770B-D78A-E0E7-3694-92698CE2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34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6282961"/>
              </p:ext>
            </p:extLst>
          </p:nvPr>
        </p:nvGraphicFramePr>
        <p:xfrm>
          <a:off x="838200" y="1493701"/>
          <a:ext cx="10515600" cy="4740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6571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Times New Roman" pitchFamily="18" charset="0"/>
                          <a:cs typeface="Times New Roman" pitchFamily="18" charset="0"/>
                        </a:rP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    </a:t>
                      </a:r>
                      <a:r>
                        <a:rPr lang="en-IN" sz="2400" b="0" dirty="0">
                          <a:latin typeface="Times New Roman" pitchFamily="18" charset="0"/>
                          <a:cs typeface="Times New Roman" pitchFamily="18" charset="0"/>
                        </a:rPr>
                        <a:t>Work to be Done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021">
                <a:tc>
                  <a:txBody>
                    <a:bodyPr/>
                    <a:lstStyle/>
                    <a:p>
                      <a:pPr algn="just"/>
                      <a:r>
                        <a:rPr lang="en-IN" sz="2800" b="0" dirty="0">
                          <a:latin typeface="Times New Roman" pitchFamily="18" charset="0"/>
                          <a:cs typeface="Times New Roman" pitchFamily="18" charset="0"/>
                        </a:rPr>
                        <a:t>                    Review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Arbiter PUF and existing RFID authentication protocols with security limitations, Identify challenges such as modeling attacks, environmental sensitivity, and CRP reliability.</a:t>
                      </a:r>
                      <a:endParaRPr lang="en-IN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9573">
                <a:tc>
                  <a:txBody>
                    <a:bodyPr/>
                    <a:lstStyle/>
                    <a:p>
                      <a:r>
                        <a:rPr lang="en-IN" sz="2800" b="0" dirty="0">
                          <a:latin typeface="Times New Roman" pitchFamily="18" charset="0"/>
                          <a:cs typeface="Times New Roman" pitchFamily="18" charset="0"/>
                        </a:rPr>
                        <a:t>                   </a:t>
                      </a:r>
                      <a:r>
                        <a:rPr lang="en-IN" sz="2800" b="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IN" sz="2800" b="0" dirty="0">
                          <a:latin typeface="Times New Roman" pitchFamily="18" charset="0"/>
                          <a:cs typeface="Times New Roman" pitchFamily="18" charset="0"/>
                        </a:rPr>
                        <a:t>Review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 secure Arbiter PUF-based RFID authentication protocol. Implement the protocol in Verilog with proper FSM control and develop testbenches for functional verification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9573">
                <a:tc>
                  <a:txBody>
                    <a:bodyPr/>
                    <a:lstStyle/>
                    <a:p>
                      <a:r>
                        <a:rPr lang="en-IN" sz="2800" b="0" dirty="0">
                          <a:latin typeface="Times New Roman" pitchFamily="18" charset="0"/>
                          <a:cs typeface="Times New Roman" pitchFamily="18" charset="0"/>
                        </a:rPr>
                        <a:t>                    Review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 and optimize the Verilog design for area, timing, and reliability. Deploy the design on FPGA and evaluate real-time authentication, replay protection, and hardware performance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23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" y="1792467"/>
            <a:ext cx="10862912" cy="4480747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Areno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,“Correlation-based robust authentication(cobra) using helper data only,” Cryptography, vol. 2, no. 3, 2018, Art. no. 21. [Online]. Available: https://www.mdpi.com/2410--387X/2/3/21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D.Heeger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“Analysis of IoT authentication over LoRa,” in Proc. IEEE 16th Int. Conf.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 Syst., 2020, pp. 458–465.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“Shift register,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reconvergent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-fanout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PUF implementation on an FPGA,” Cryptography, vol. 6, no. 4, 2022, Art. no. 59. [Online]. Available: https://www.mdpi.com/2410--387X/6/4/59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Rührmair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“PUF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attacks on simulated and silicon data,” IEEE Trans. Inf. Forensics Security, vol. 8, no. 11, pp. 1876–1891, Nov. 2013.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T. Becker, “On the pitfalls of using Arbiter-PUFs as building blocks,” IEEE Trans.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.-Aided Design Integer. Circuits Syst., vol. 34, no. 8, pp. 1295–1307, Aug. 2015.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26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Wen and Y. Lao, “Enhancing PUF reliability by machine learning,” in Proc. IEEE Int. Symp. Circuits Syst., 2017,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H.Awano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T.Iizuka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M.Ikeda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“PUF Net :A deep neural network based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 for physically unclonable function,” in Proc. IEEE Int. Symp. Circuits Syst., 2019,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Xu, Y. Lao, W. Liu, Z. Zhang, X. You, and C. Zhang, “Mathematical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strong physical unclonable functions,” IEEE Trans.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.-Aided Design Integer. Circuits Syst., vol. 39, no. 12, pp. 4426–4438, Dec. 2020.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Delvaux, “Machine-learning attacks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PolyPUFs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OB-PUFs, RPUFs, LHS-PUFs and PUF-FSMs,”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IEEETrans.Inf.Forensics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Security, vol. 14, no. 8, pp. 2043–2058, Aug. 2019.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Lao and K. K.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Parhi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“Statistical analysis of MUX-based physical unclonablefunctions,”IEEETrans.Comput.-AidedDesignIntegr.Circuits Syst., vol. 33, no. 5, pp. 649–662, May 2014.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67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7/21/2025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20c320-ecff-490d-a41e-5928cf94fe9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A909FF2A0C6B4BB63F3D8F8BD5A5F3" ma:contentTypeVersion="12" ma:contentTypeDescription="Create a new document." ma:contentTypeScope="" ma:versionID="fd72fe775fd0487406d618e8ac1fefcc">
  <xsd:schema xmlns:xsd="http://www.w3.org/2001/XMLSchema" xmlns:xs="http://www.w3.org/2001/XMLSchema" xmlns:p="http://schemas.microsoft.com/office/2006/metadata/properties" xmlns:ns3="9a20c320-ecff-490d-a41e-5928cf94fe95" targetNamespace="http://schemas.microsoft.com/office/2006/metadata/properties" ma:root="true" ma:fieldsID="96944d2f30c2801d6d71498b75d94d1c" ns3:_="">
    <xsd:import namespace="9a20c320-ecff-490d-a41e-5928cf94fe9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0c320-ecff-490d-a41e-5928cf94fe9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201244-630F-4FE1-B503-F2A036E61670}">
  <ds:schemaRefs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a20c320-ecff-490d-a41e-5928cf94fe9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5ED7EEF-3DD5-4E12-964D-4C742FAA82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20c320-ecff-490d-a41e-5928cf94fe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0373B1F-8FEE-4DA6-8BE3-E5580EB91A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2942</TotalTime>
  <Words>1680</Words>
  <Application>Microsoft Office PowerPoint</Application>
  <PresentationFormat>Widescreen</PresentationFormat>
  <Paragraphs>179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DESIGN AND DEVELOPMENT OF PUF FOR HARDWARE SECURITY UPDATE</vt:lpstr>
      <vt:lpstr>PowerPoint Presentation</vt:lpstr>
      <vt:lpstr>PowerPoint Presentation</vt:lpstr>
      <vt:lpstr>PowerPoint Presentation</vt:lpstr>
      <vt:lpstr>LITERATURE SURVEY</vt:lpstr>
      <vt:lpstr>LITERATURE SURVEY</vt:lpstr>
      <vt:lpstr>TYPES OF PUF</vt:lpstr>
      <vt:lpstr>WEAK PUF</vt:lpstr>
      <vt:lpstr>STRONG PUF</vt:lpstr>
      <vt:lpstr>BLOCK  DIAGRAM</vt:lpstr>
      <vt:lpstr>FUTURE SCOPE </vt:lpstr>
      <vt:lpstr>WORK FLOW</vt:lpstr>
      <vt:lpstr>REFERENCES</vt:lpstr>
      <vt:lpstr> REFERENCES(Cntd.)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adaptive beam prediction for V2V Communication</dc:title>
  <dc:creator>Microsoft Office User</dc:creator>
  <cp:lastModifiedBy>NAVABHARATHI T</cp:lastModifiedBy>
  <cp:revision>70</cp:revision>
  <dcterms:created xsi:type="dcterms:W3CDTF">2024-08-14T09:59:13Z</dcterms:created>
  <dcterms:modified xsi:type="dcterms:W3CDTF">2025-08-21T18:50:52Z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0x010100F6A909FF2A0C6B4BB63F3D8F8BD5A5F3</vt:lpwstr>
  </property>
</Properties>
</file>